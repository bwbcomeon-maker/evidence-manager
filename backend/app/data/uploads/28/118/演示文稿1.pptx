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大白</cp:lastModifiedBy>
  <cp:revision>164</cp:revision>
  <dcterms:created xsi:type="dcterms:W3CDTF">2026-02-12T07:29:55Z</dcterms:created>
  <dcterms:modified xsi:type="dcterms:W3CDTF">2026-02-12T07:29:55Z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79DF2492EE23985569818D690AFCE44E_41</vt:lpwstr>
  </property>
</Properties>
</file>